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04775"/>
            <a:ext cx="8520600" cy="4254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Predicting Customer Booking Behaviour – British Airways</a:t>
            </a:r>
            <a:endParaRPr b="1" sz="2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59075"/>
            <a:ext cx="8520600" cy="4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Using historical booking data and machine learning</a:t>
            </a:r>
            <a:endParaRPr sz="1600"/>
          </a:p>
        </p:txBody>
      </p:sp>
      <p:sp>
        <p:nvSpPr>
          <p:cNvPr id="56" name="Google Shape;56;p13"/>
          <p:cNvSpPr txBox="1"/>
          <p:nvPr/>
        </p:nvSpPr>
        <p:spPr>
          <a:xfrm>
            <a:off x="413225" y="927675"/>
            <a:ext cx="4850400" cy="42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To predict whether a customer will complete a booking using historical booking data and identify the key drivers influencing booking behaviour.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Explored and prepared a dataset of 50,000 customer booking records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Encoded categorical variables and addressed class imbalance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Trained a Random Forest classification model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Evaluated performance using stratified 5-fold cross-validation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Accuracy: ~85% (inflated due to class imbalance)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Cross-validated F1-score: ~0.19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Recall for booked customers: ~11%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Cross-validation ensured robust and consistent results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Model prioritises identifying booking drivers rather than maximising raw accuracy due to class imbalance.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Earlier booking lead times strongly increase booking likelihood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Longer stays are more likely to result in completed bookings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Flight timing and booking origin influence customer decisions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Ancillary preferences have limited impact compared to planning behaviour</a:t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3" title="Screenshot 2026-01-22 2007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3625" y="1568825"/>
            <a:ext cx="3769851" cy="234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 title="British_Airways-Logo.wi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391867" cy="92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